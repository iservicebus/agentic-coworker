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5"/>
    <p:restoredTop sz="94694"/>
  </p:normalViewPr>
  <p:slideViewPr>
    <p:cSldViewPr snapToGrid="0">
      <p:cViewPr varScale="1">
        <p:scale>
          <a:sx n="101" d="100"/>
          <a:sy n="101" d="100"/>
        </p:scale>
        <p:origin x="21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488C-2DB2-937E-46B9-38AED88AC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C6306-417C-AD9A-CD34-84BDF9F79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F546F-C015-7F08-5CAF-96ADF190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C6E52-AA24-4FF5-61B6-136172BC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25EE9-4EE4-5141-F8E1-3530E7A4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2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E920-855D-0D44-0045-08660110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E9F55-5F25-FBEC-BAAB-A16A67D92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0B95F-E936-0C17-E079-5EFF6B5B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ED15C-FDEA-F9C0-F099-64463AB7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837DD-6C11-3971-5D26-2A65A0B20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5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388C-4D2E-4A33-DB84-3B96B0A8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ECD21-BC23-225E-B83E-5A70ADDC5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72613-A88A-5E3F-3F0F-86198142C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91232-7380-D056-9A74-32E68E69C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3EAB6-26E6-6576-D031-B3F0FF5F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6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2FBE6-8A4E-B196-8A46-38CD1AED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03AE5-0CB4-780B-4BF0-9F990B3D8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DF6F4-3FAE-21F0-0E6A-D9610A1FF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7840C-DE69-77DC-56CE-A33D22BB7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44BD9-5268-F6ED-2176-74C74E2F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B3809-C4B1-0F50-F9C6-083EBD28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98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0C57-3005-B4BB-6CA3-146876EC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8B73E-2F4A-1BFE-CC49-0ACFDCDF4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6CF6E-308E-C2BF-CFBD-527599A65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67EB9-96F4-7CF2-ABC3-3C0017FE6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4F4BA-C2D8-6167-E69F-819153083F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28454-B3C9-9CEA-C310-BE56CA66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4A62DE-400B-CAE5-671E-CA64548A2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D7906-6D3F-7288-21DE-F39016AB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86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7DF7-CEE7-EA92-6983-B315E2AF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E449E4-A64D-B711-6A05-90C9CBF61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EEB7D-B3FB-1A6D-49F0-5E9D78EF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1AD9F-2C5B-8268-D26B-5014F4A70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0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DACCB2-0184-F473-DFFE-34D36CC43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28D2A-E8E9-D061-B392-DA3F86EE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CB6BC-B70D-F837-0568-720942DB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3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16D5-DECE-5445-F99D-94DBC7961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6778D-9495-59ED-EC82-CD7981602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4671D-BD20-C445-DADF-C6028B9AE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16F0F-243C-C3F3-39BB-EB4D5F10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EAEB6-958E-FEB6-B4CA-B4EEA913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EAAD7-319C-E861-4262-730A8C2AC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6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A28A8-2B4E-0DA2-E377-0A7D0FFB8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38C75-CD46-1AF3-268F-502B38AFB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AE122-2652-BBAC-630B-5884D039C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532BB-BDB2-E11E-3042-CFA820BF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339FE-DBDD-C764-1CD7-56566C2EE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06957-C8DD-412C-E9BD-106AFD92E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6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F043-0B54-502B-D21B-D52A3D1CB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0AA9A-80A0-D393-E5B9-DBE868B72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F06B4-E7C0-D454-510C-E7D82BDE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80770-9459-3C9E-3EA9-0FB804432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313ED-9EE8-88EF-6CE5-839B2DF9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06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F7FF8E-B6B3-2008-16A5-9930AC0CD4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75F9E-23F6-D8F5-FA13-5B13B4C0E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7F015-3466-3CE1-424C-197CCE357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420B9-4C79-2040-5ED6-C50A2AEE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967F1-2359-5D41-76CA-700A060A2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7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DB18FB-438F-255B-FD4C-274D01E4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1A5A1-D027-5D8D-6127-D8930DF6E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51006-3F77-259F-98B6-BCDBF1776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BCDD3C-0A14-5443-8EFA-3755733257C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B319-0BE2-5E2A-7625-F766C8639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B3A21-8AF4-A11C-BABC-A5B330117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1B281-5A7F-7F42-8D64-DC4B9910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8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384F852-C437-AA55-660D-346265D77009}"/>
              </a:ext>
            </a:extLst>
          </p:cNvPr>
          <p:cNvSpPr/>
          <p:nvPr/>
        </p:nvSpPr>
        <p:spPr>
          <a:xfrm>
            <a:off x="1443045" y="34970"/>
            <a:ext cx="83433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chemeClr val="accent1"/>
                </a:solidFill>
              </a:rPr>
              <a:t>Agentic Coworker: A Governed Alternative to </a:t>
            </a:r>
            <a:r>
              <a:rPr lang="en-US" sz="2200" b="1" dirty="0" err="1">
                <a:solidFill>
                  <a:schemeClr val="accent1"/>
                </a:solidFill>
              </a:rPr>
              <a:t>OpenClaw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26D1F342-E1F8-66BA-24C8-F7845F826D65}"/>
              </a:ext>
            </a:extLst>
          </p:cNvPr>
          <p:cNvSpPr/>
          <p:nvPr/>
        </p:nvSpPr>
        <p:spPr>
          <a:xfrm>
            <a:off x="2470428" y="604293"/>
            <a:ext cx="6557851" cy="1627632"/>
          </a:xfrm>
          <a:prstGeom prst="roundRect">
            <a:avLst/>
          </a:prstGeom>
          <a:solidFill>
            <a:srgbClr val="FFFFFF"/>
          </a:solidFill>
          <a:ln w="254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91FB0CD-2F00-7510-3540-8944C456158B}"/>
              </a:ext>
            </a:extLst>
          </p:cNvPr>
          <p:cNvSpPr/>
          <p:nvPr/>
        </p:nvSpPr>
        <p:spPr>
          <a:xfrm>
            <a:off x="3132009" y="730781"/>
            <a:ext cx="4911811" cy="43891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78C1D52-969B-C61F-F810-6FA00190ED25}"/>
              </a:ext>
            </a:extLst>
          </p:cNvPr>
          <p:cNvSpPr/>
          <p:nvPr/>
        </p:nvSpPr>
        <p:spPr>
          <a:xfrm>
            <a:off x="3262497" y="815620"/>
            <a:ext cx="4584357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Interaction</a:t>
            </a:r>
            <a:endParaRPr lang="en-US" sz="180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A4EB744-6A01-E22E-2118-DE8CF2FA3113}"/>
              </a:ext>
            </a:extLst>
          </p:cNvPr>
          <p:cNvGrpSpPr/>
          <p:nvPr/>
        </p:nvGrpSpPr>
        <p:grpSpPr>
          <a:xfrm>
            <a:off x="3557947" y="1403362"/>
            <a:ext cx="1463040" cy="697339"/>
            <a:chOff x="3072260" y="1746504"/>
            <a:chExt cx="1463040" cy="697339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74E29A61-E108-64E0-984E-CA0F96706FB4}"/>
                </a:ext>
              </a:extLst>
            </p:cNvPr>
            <p:cNvSpPr/>
            <p:nvPr/>
          </p:nvSpPr>
          <p:spPr>
            <a:xfrm>
              <a:off x="3072260" y="1746504"/>
              <a:ext cx="1463040" cy="69733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0" descr="preencoded.png">
              <a:extLst>
                <a:ext uri="{FF2B5EF4-FFF2-40B4-BE49-F238E27FC236}">
                  <a16:creationId xmlns:a16="http://schemas.microsoft.com/office/drawing/2014/main" id="{5FE587E0-8C57-C5E0-E101-233DC96E3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46120" y="1920240"/>
              <a:ext cx="256032" cy="256032"/>
            </a:xfrm>
            <a:prstGeom prst="rect">
              <a:avLst/>
            </a:prstGeom>
          </p:spPr>
        </p:pic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3D147F37-BFFF-B03A-21F9-A28C8E676E3A}"/>
                </a:ext>
              </a:extLst>
            </p:cNvPr>
            <p:cNvSpPr/>
            <p:nvPr/>
          </p:nvSpPr>
          <p:spPr>
            <a:xfrm>
              <a:off x="3487001" y="1906524"/>
              <a:ext cx="862717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 Interface</a:t>
              </a:r>
              <a:endParaRPr lang="en-US" sz="1400" dirty="0"/>
            </a:p>
          </p:txBody>
        </p:sp>
      </p:grpSp>
      <p:sp>
        <p:nvSpPr>
          <p:cNvPr id="11" name="Shape 6">
            <a:extLst>
              <a:ext uri="{FF2B5EF4-FFF2-40B4-BE49-F238E27FC236}">
                <a16:creationId xmlns:a16="http://schemas.microsoft.com/office/drawing/2014/main" id="{3D2D64D2-9828-80FD-5B32-D276BA872CDC}"/>
              </a:ext>
            </a:extLst>
          </p:cNvPr>
          <p:cNvSpPr/>
          <p:nvPr/>
        </p:nvSpPr>
        <p:spPr>
          <a:xfrm>
            <a:off x="5158147" y="1241164"/>
            <a:ext cx="2429216" cy="9211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90AB4B5-828C-A10B-BC42-8D3EC9CC9642}"/>
              </a:ext>
            </a:extLst>
          </p:cNvPr>
          <p:cNvSpPr/>
          <p:nvPr/>
        </p:nvSpPr>
        <p:spPr>
          <a:xfrm>
            <a:off x="5150363" y="1265261"/>
            <a:ext cx="2429216" cy="1702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Apps</a:t>
            </a:r>
            <a:endParaRPr lang="en-US" sz="14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386ADD4-6908-EA94-DA96-4F157EB59AB3}"/>
              </a:ext>
            </a:extLst>
          </p:cNvPr>
          <p:cNvSpPr/>
          <p:nvPr/>
        </p:nvSpPr>
        <p:spPr>
          <a:xfrm>
            <a:off x="5432467" y="1433189"/>
            <a:ext cx="1801492" cy="188531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E5A95484-403F-8A35-D584-44B2BD4E68DA}"/>
              </a:ext>
            </a:extLst>
          </p:cNvPr>
          <p:cNvSpPr/>
          <p:nvPr/>
        </p:nvSpPr>
        <p:spPr>
          <a:xfrm>
            <a:off x="5505619" y="1460621"/>
            <a:ext cx="16459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3CF40EB-3A4A-F1DE-3EFF-070D801FFB1A}"/>
              </a:ext>
            </a:extLst>
          </p:cNvPr>
          <p:cNvSpPr/>
          <p:nvPr/>
        </p:nvSpPr>
        <p:spPr>
          <a:xfrm>
            <a:off x="5505619" y="1442333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6B6F68F-C98F-E36E-399C-3556A0A175F4}"/>
              </a:ext>
            </a:extLst>
          </p:cNvPr>
          <p:cNvSpPr/>
          <p:nvPr/>
        </p:nvSpPr>
        <p:spPr>
          <a:xfrm>
            <a:off x="5706787" y="1424045"/>
            <a:ext cx="558343" cy="207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AC478570-5E5D-F8C3-CE5F-1413FC797BC9}"/>
              </a:ext>
            </a:extLst>
          </p:cNvPr>
          <p:cNvSpPr/>
          <p:nvPr/>
        </p:nvSpPr>
        <p:spPr>
          <a:xfrm>
            <a:off x="5432467" y="1661788"/>
            <a:ext cx="1801492" cy="188533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7D49E867-E44C-AFB8-C85A-8F0BEDC7314E}"/>
              </a:ext>
            </a:extLst>
          </p:cNvPr>
          <p:cNvSpPr/>
          <p:nvPr/>
        </p:nvSpPr>
        <p:spPr>
          <a:xfrm>
            <a:off x="5505619" y="1689221"/>
            <a:ext cx="16459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47BED16A-0208-F6A5-D532-D1FD308831C5}"/>
              </a:ext>
            </a:extLst>
          </p:cNvPr>
          <p:cNvSpPr/>
          <p:nvPr/>
        </p:nvSpPr>
        <p:spPr>
          <a:xfrm>
            <a:off x="5505619" y="1670933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E61433D-38CA-55CD-74DD-D3B868DC3E97}"/>
              </a:ext>
            </a:extLst>
          </p:cNvPr>
          <p:cNvSpPr/>
          <p:nvPr/>
        </p:nvSpPr>
        <p:spPr>
          <a:xfrm>
            <a:off x="5706787" y="1652645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2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ADEC8A47-0222-1598-6B71-98A45FAC26FF}"/>
              </a:ext>
            </a:extLst>
          </p:cNvPr>
          <p:cNvSpPr/>
          <p:nvPr/>
        </p:nvSpPr>
        <p:spPr>
          <a:xfrm>
            <a:off x="5432467" y="1890389"/>
            <a:ext cx="1801492" cy="16459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2F367EAF-39F0-61B3-EB43-98D276D065D6}"/>
              </a:ext>
            </a:extLst>
          </p:cNvPr>
          <p:cNvSpPr/>
          <p:nvPr/>
        </p:nvSpPr>
        <p:spPr>
          <a:xfrm>
            <a:off x="5505619" y="1917821"/>
            <a:ext cx="16459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9490E331-74C3-2902-B2D6-AA471AC2FF09}"/>
              </a:ext>
            </a:extLst>
          </p:cNvPr>
          <p:cNvSpPr/>
          <p:nvPr/>
        </p:nvSpPr>
        <p:spPr>
          <a:xfrm>
            <a:off x="5505619" y="1899533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BE4F3A9-7B92-F010-7253-530848A8D34B}"/>
              </a:ext>
            </a:extLst>
          </p:cNvPr>
          <p:cNvSpPr/>
          <p:nvPr/>
        </p:nvSpPr>
        <p:spPr>
          <a:xfrm>
            <a:off x="5706787" y="1881245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 Teams</a:t>
            </a:r>
            <a:endParaRPr lang="en-US" sz="12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AC9B8844-CDA4-F0AC-8F87-8C080F1FC9B4}"/>
              </a:ext>
            </a:extLst>
          </p:cNvPr>
          <p:cNvSpPr/>
          <p:nvPr/>
        </p:nvSpPr>
        <p:spPr>
          <a:xfrm>
            <a:off x="5408990" y="2251270"/>
            <a:ext cx="411480" cy="320040"/>
          </a:xfrm>
          <a:prstGeom prst="downArrow">
            <a:avLst/>
          </a:prstGeom>
          <a:solidFill>
            <a:srgbClr val="CFE0F2"/>
          </a:solidFill>
          <a:ln w="12700">
            <a:solidFill>
              <a:srgbClr val="CF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3A8089-DB1B-DF39-7A1E-84E044160F9A}"/>
              </a:ext>
            </a:extLst>
          </p:cNvPr>
          <p:cNvGrpSpPr/>
          <p:nvPr/>
        </p:nvGrpSpPr>
        <p:grpSpPr>
          <a:xfrm>
            <a:off x="2085763" y="2571310"/>
            <a:ext cx="6693408" cy="2652815"/>
            <a:chOff x="2377440" y="2842460"/>
            <a:chExt cx="6693408" cy="2652815"/>
          </a:xfrm>
        </p:grpSpPr>
        <p:sp>
          <p:nvSpPr>
            <p:cNvPr id="26" name="Shape 21">
              <a:extLst>
                <a:ext uri="{FF2B5EF4-FFF2-40B4-BE49-F238E27FC236}">
                  <a16:creationId xmlns:a16="http://schemas.microsoft.com/office/drawing/2014/main" id="{9635EC3D-95AE-24C0-56FB-6D40A36B02E2}"/>
                </a:ext>
              </a:extLst>
            </p:cNvPr>
            <p:cNvSpPr/>
            <p:nvPr/>
          </p:nvSpPr>
          <p:spPr>
            <a:xfrm>
              <a:off x="2377440" y="2842460"/>
              <a:ext cx="6693406" cy="2652815"/>
            </a:xfrm>
            <a:prstGeom prst="roundRect">
              <a:avLst/>
            </a:prstGeom>
            <a:solidFill>
              <a:schemeClr val="accent1"/>
            </a:solidFill>
            <a:ln w="25400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Shape 22">
              <a:extLst>
                <a:ext uri="{FF2B5EF4-FFF2-40B4-BE49-F238E27FC236}">
                  <a16:creationId xmlns:a16="http://schemas.microsoft.com/office/drawing/2014/main" id="{51FB308F-F6C3-0B08-73B1-CE47A66AAB2E}"/>
                </a:ext>
              </a:extLst>
            </p:cNvPr>
            <p:cNvSpPr/>
            <p:nvPr/>
          </p:nvSpPr>
          <p:spPr>
            <a:xfrm>
              <a:off x="2697480" y="2926080"/>
              <a:ext cx="5806602" cy="436997"/>
            </a:xfrm>
            <a:prstGeom prst="roundRect">
              <a:avLst/>
            </a:prstGeom>
            <a:solidFill>
              <a:srgbClr val="EAF3FB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 23">
              <a:extLst>
                <a:ext uri="{FF2B5EF4-FFF2-40B4-BE49-F238E27FC236}">
                  <a16:creationId xmlns:a16="http://schemas.microsoft.com/office/drawing/2014/main" id="{7F65928A-3C1D-D103-5367-01921EF581BD}"/>
                </a:ext>
              </a:extLst>
            </p:cNvPr>
            <p:cNvSpPr/>
            <p:nvPr/>
          </p:nvSpPr>
          <p:spPr>
            <a:xfrm>
              <a:off x="2834640" y="2999232"/>
              <a:ext cx="5634297" cy="2650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Coworker Platform</a:t>
              </a:r>
              <a:endParaRPr lang="en-US" sz="1800" dirty="0"/>
            </a:p>
          </p:txBody>
        </p:sp>
        <p:sp>
          <p:nvSpPr>
            <p:cNvPr id="29" name="Shape 24">
              <a:extLst>
                <a:ext uri="{FF2B5EF4-FFF2-40B4-BE49-F238E27FC236}">
                  <a16:creationId xmlns:a16="http://schemas.microsoft.com/office/drawing/2014/main" id="{916DBEC0-1CE2-5519-DB93-10BC49B6922C}"/>
                </a:ext>
              </a:extLst>
            </p:cNvPr>
            <p:cNvSpPr/>
            <p:nvPr/>
          </p:nvSpPr>
          <p:spPr>
            <a:xfrm>
              <a:off x="2697480" y="3456432"/>
              <a:ext cx="5806602" cy="228408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30" name="Image 1" descr="preencoded.png">
              <a:extLst>
                <a:ext uri="{FF2B5EF4-FFF2-40B4-BE49-F238E27FC236}">
                  <a16:creationId xmlns:a16="http://schemas.microsoft.com/office/drawing/2014/main" id="{B03EFCA7-19B2-B776-DBFE-160694031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89120" y="3483864"/>
              <a:ext cx="182880" cy="182880"/>
            </a:xfrm>
            <a:prstGeom prst="rect">
              <a:avLst/>
            </a:prstGeom>
          </p:spPr>
        </p:pic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64A72D97-8E3A-4363-75EA-AB69FB67BD84}"/>
                </a:ext>
              </a:extLst>
            </p:cNvPr>
            <p:cNvSpPr/>
            <p:nvPr/>
          </p:nvSpPr>
          <p:spPr>
            <a:xfrm>
              <a:off x="4681728" y="3465576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Factory</a:t>
              </a:r>
              <a:endParaRPr lang="en-US" sz="1600" dirty="0"/>
            </a:p>
          </p:txBody>
        </p:sp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F26322B9-6EFE-29A3-5D2F-B0CDA94D615D}"/>
                </a:ext>
              </a:extLst>
            </p:cNvPr>
            <p:cNvSpPr/>
            <p:nvPr/>
          </p:nvSpPr>
          <p:spPr>
            <a:xfrm>
              <a:off x="2697480" y="3739896"/>
              <a:ext cx="5806602" cy="236945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33" name="Image 2" descr="preencoded.png">
              <a:extLst>
                <a:ext uri="{FF2B5EF4-FFF2-40B4-BE49-F238E27FC236}">
                  <a16:creationId xmlns:a16="http://schemas.microsoft.com/office/drawing/2014/main" id="{DED0077E-B95F-BD01-11A0-32188CEC3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89120" y="3767328"/>
              <a:ext cx="182880" cy="182880"/>
            </a:xfrm>
            <a:prstGeom prst="rect">
              <a:avLst/>
            </a:prstGeom>
          </p:spPr>
        </p:pic>
        <p:sp>
          <p:nvSpPr>
            <p:cNvPr id="34" name="Text 27">
              <a:extLst>
                <a:ext uri="{FF2B5EF4-FFF2-40B4-BE49-F238E27FC236}">
                  <a16:creationId xmlns:a16="http://schemas.microsoft.com/office/drawing/2014/main" id="{404930CE-44B9-20C2-86CE-C6AFC1D6F5A4}"/>
                </a:ext>
              </a:extLst>
            </p:cNvPr>
            <p:cNvSpPr/>
            <p:nvPr/>
          </p:nvSpPr>
          <p:spPr>
            <a:xfrm>
              <a:off x="4681728" y="3749040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MCP Gateway</a:t>
              </a:r>
              <a:endParaRPr lang="en-US" sz="1600" dirty="0"/>
            </a:p>
          </p:txBody>
        </p:sp>
        <p:sp>
          <p:nvSpPr>
            <p:cNvPr id="35" name="Shape 28">
              <a:extLst>
                <a:ext uri="{FF2B5EF4-FFF2-40B4-BE49-F238E27FC236}">
                  <a16:creationId xmlns:a16="http://schemas.microsoft.com/office/drawing/2014/main" id="{DD25949D-20F0-08C6-1265-EF83A8CB1AE8}"/>
                </a:ext>
              </a:extLst>
            </p:cNvPr>
            <p:cNvSpPr/>
            <p:nvPr/>
          </p:nvSpPr>
          <p:spPr>
            <a:xfrm>
              <a:off x="2697480" y="4023359"/>
              <a:ext cx="5806602" cy="228409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6" name="Image 3" descr="preencoded.png">
              <a:extLst>
                <a:ext uri="{FF2B5EF4-FFF2-40B4-BE49-F238E27FC236}">
                  <a16:creationId xmlns:a16="http://schemas.microsoft.com/office/drawing/2014/main" id="{51D12D4D-EF57-74D2-6627-A63910A96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89120" y="4050792"/>
              <a:ext cx="182880" cy="182880"/>
            </a:xfrm>
            <a:prstGeom prst="rect">
              <a:avLst/>
            </a:prstGeom>
          </p:spPr>
        </p:pic>
        <p:sp>
          <p:nvSpPr>
            <p:cNvPr id="37" name="Text 29">
              <a:extLst>
                <a:ext uri="{FF2B5EF4-FFF2-40B4-BE49-F238E27FC236}">
                  <a16:creationId xmlns:a16="http://schemas.microsoft.com/office/drawing/2014/main" id="{4585B395-97EB-AD38-F859-337AEFFF7721}"/>
                </a:ext>
              </a:extLst>
            </p:cNvPr>
            <p:cNvSpPr/>
            <p:nvPr/>
          </p:nvSpPr>
          <p:spPr>
            <a:xfrm>
              <a:off x="4681728" y="4032504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Identity</a:t>
              </a:r>
              <a:endParaRPr lang="en-US" sz="1600" dirty="0"/>
            </a:p>
          </p:txBody>
        </p:sp>
        <p:sp>
          <p:nvSpPr>
            <p:cNvPr id="38" name="Shape 30">
              <a:extLst>
                <a:ext uri="{FF2B5EF4-FFF2-40B4-BE49-F238E27FC236}">
                  <a16:creationId xmlns:a16="http://schemas.microsoft.com/office/drawing/2014/main" id="{580EB89E-0AA8-B98B-1852-6F2E0E8CDFE0}"/>
                </a:ext>
              </a:extLst>
            </p:cNvPr>
            <p:cNvSpPr/>
            <p:nvPr/>
          </p:nvSpPr>
          <p:spPr>
            <a:xfrm>
              <a:off x="2697480" y="4306824"/>
              <a:ext cx="5806602" cy="175743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9" name="Image 4" descr="preencoded.png">
              <a:extLst>
                <a:ext uri="{FF2B5EF4-FFF2-40B4-BE49-F238E27FC236}">
                  <a16:creationId xmlns:a16="http://schemas.microsoft.com/office/drawing/2014/main" id="{CA9209BC-5637-02BE-3689-132DACF18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389120" y="4334256"/>
              <a:ext cx="182880" cy="182880"/>
            </a:xfrm>
            <a:prstGeom prst="rect">
              <a:avLst/>
            </a:prstGeom>
          </p:spPr>
        </p:pic>
        <p:sp>
          <p:nvSpPr>
            <p:cNvPr id="40" name="Text 31">
              <a:extLst>
                <a:ext uri="{FF2B5EF4-FFF2-40B4-BE49-F238E27FC236}">
                  <a16:creationId xmlns:a16="http://schemas.microsoft.com/office/drawing/2014/main" id="{5F2914C2-59CD-CD0B-09A4-1D0567FC31F9}"/>
                </a:ext>
              </a:extLst>
            </p:cNvPr>
            <p:cNvSpPr/>
            <p:nvPr/>
          </p:nvSpPr>
          <p:spPr>
            <a:xfrm>
              <a:off x="4681728" y="4315968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Governance</a:t>
              </a:r>
              <a:endParaRPr lang="en-US" sz="1600" dirty="0"/>
            </a:p>
          </p:txBody>
        </p:sp>
        <p:sp>
          <p:nvSpPr>
            <p:cNvPr id="41" name="Shape 32">
              <a:extLst>
                <a:ext uri="{FF2B5EF4-FFF2-40B4-BE49-F238E27FC236}">
                  <a16:creationId xmlns:a16="http://schemas.microsoft.com/office/drawing/2014/main" id="{F923A378-2560-C6A8-0928-244DB339DD38}"/>
                </a:ext>
              </a:extLst>
            </p:cNvPr>
            <p:cNvSpPr/>
            <p:nvPr/>
          </p:nvSpPr>
          <p:spPr>
            <a:xfrm>
              <a:off x="2697480" y="4529085"/>
              <a:ext cx="5806602" cy="281888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2" name="Image 5" descr="preencoded.png">
              <a:extLst>
                <a:ext uri="{FF2B5EF4-FFF2-40B4-BE49-F238E27FC236}">
                  <a16:creationId xmlns:a16="http://schemas.microsoft.com/office/drawing/2014/main" id="{DE4CED56-0E70-7667-41A7-A5B128A5E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389120" y="4617720"/>
              <a:ext cx="182880" cy="182880"/>
            </a:xfrm>
            <a:prstGeom prst="rect">
              <a:avLst/>
            </a:prstGeom>
          </p:spPr>
        </p:pic>
        <p:sp>
          <p:nvSpPr>
            <p:cNvPr id="43" name="Text 33">
              <a:extLst>
                <a:ext uri="{FF2B5EF4-FFF2-40B4-BE49-F238E27FC236}">
                  <a16:creationId xmlns:a16="http://schemas.microsoft.com/office/drawing/2014/main" id="{30D068A9-E2CE-503C-C7BC-BD66A35CE5ED}"/>
                </a:ext>
              </a:extLst>
            </p:cNvPr>
            <p:cNvSpPr/>
            <p:nvPr/>
          </p:nvSpPr>
          <p:spPr>
            <a:xfrm>
              <a:off x="4681728" y="4599432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Skill Acquisition</a:t>
              </a:r>
              <a:endParaRPr lang="en-US" sz="1600" dirty="0"/>
            </a:p>
          </p:txBody>
        </p:sp>
        <p:sp>
          <p:nvSpPr>
            <p:cNvPr id="44" name="Shape 34">
              <a:extLst>
                <a:ext uri="{FF2B5EF4-FFF2-40B4-BE49-F238E27FC236}">
                  <a16:creationId xmlns:a16="http://schemas.microsoft.com/office/drawing/2014/main" id="{EFF9B0F7-A35C-B450-E3E9-E54ED9FD00D0}"/>
                </a:ext>
              </a:extLst>
            </p:cNvPr>
            <p:cNvSpPr/>
            <p:nvPr/>
          </p:nvSpPr>
          <p:spPr>
            <a:xfrm>
              <a:off x="2697480" y="4873752"/>
              <a:ext cx="5806602" cy="215965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5" name="Image 6" descr="preencoded.png">
              <a:extLst>
                <a:ext uri="{FF2B5EF4-FFF2-40B4-BE49-F238E27FC236}">
                  <a16:creationId xmlns:a16="http://schemas.microsoft.com/office/drawing/2014/main" id="{EE0C0E13-20E5-FBAA-0845-47AAB9136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389120" y="4901184"/>
              <a:ext cx="182880" cy="182880"/>
            </a:xfrm>
            <a:prstGeom prst="rect">
              <a:avLst/>
            </a:prstGeom>
          </p:spPr>
        </p:pic>
        <p:sp>
          <p:nvSpPr>
            <p:cNvPr id="46" name="Text 35">
              <a:extLst>
                <a:ext uri="{FF2B5EF4-FFF2-40B4-BE49-F238E27FC236}">
                  <a16:creationId xmlns:a16="http://schemas.microsoft.com/office/drawing/2014/main" id="{8D0503AC-B175-2AA3-600E-B4FF0F87F788}"/>
                </a:ext>
              </a:extLst>
            </p:cNvPr>
            <p:cNvSpPr/>
            <p:nvPr/>
          </p:nvSpPr>
          <p:spPr>
            <a:xfrm>
              <a:off x="4681728" y="4882896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Tool Annotator</a:t>
              </a:r>
              <a:endParaRPr lang="en-US" sz="1600" dirty="0"/>
            </a:p>
          </p:txBody>
        </p:sp>
        <p:sp>
          <p:nvSpPr>
            <p:cNvPr id="47" name="Shape 36">
              <a:extLst>
                <a:ext uri="{FF2B5EF4-FFF2-40B4-BE49-F238E27FC236}">
                  <a16:creationId xmlns:a16="http://schemas.microsoft.com/office/drawing/2014/main" id="{1E157CE0-96C8-C4E0-9196-E804504ED3A8}"/>
                </a:ext>
              </a:extLst>
            </p:cNvPr>
            <p:cNvSpPr/>
            <p:nvPr/>
          </p:nvSpPr>
          <p:spPr>
            <a:xfrm>
              <a:off x="2697480" y="5157216"/>
              <a:ext cx="5806602" cy="215965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8" name="Image 7" descr="preencoded.png">
              <a:extLst>
                <a:ext uri="{FF2B5EF4-FFF2-40B4-BE49-F238E27FC236}">
                  <a16:creationId xmlns:a16="http://schemas.microsoft.com/office/drawing/2014/main" id="{501FCC87-7730-DED0-BB4C-D9A3E1CF9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362924" y="5199668"/>
              <a:ext cx="182880" cy="182880"/>
            </a:xfrm>
            <a:prstGeom prst="rect">
              <a:avLst/>
            </a:prstGeom>
          </p:spPr>
        </p:pic>
        <p:sp>
          <p:nvSpPr>
            <p:cNvPr id="49" name="Text 37">
              <a:extLst>
                <a:ext uri="{FF2B5EF4-FFF2-40B4-BE49-F238E27FC236}">
                  <a16:creationId xmlns:a16="http://schemas.microsoft.com/office/drawing/2014/main" id="{25D30022-19F1-52B4-9710-3279D7788E17}"/>
                </a:ext>
              </a:extLst>
            </p:cNvPr>
            <p:cNvSpPr/>
            <p:nvPr/>
          </p:nvSpPr>
          <p:spPr>
            <a:xfrm>
              <a:off x="4681728" y="5166360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Gateway</a:t>
              </a:r>
              <a:endParaRPr lang="en-US" sz="16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B4F9EED-AAFF-4844-39DD-6355EFF32CA8}"/>
              </a:ext>
            </a:extLst>
          </p:cNvPr>
          <p:cNvGrpSpPr/>
          <p:nvPr/>
        </p:nvGrpSpPr>
        <p:grpSpPr>
          <a:xfrm>
            <a:off x="1501052" y="5804092"/>
            <a:ext cx="2339428" cy="871028"/>
            <a:chOff x="1028701" y="5591556"/>
            <a:chExt cx="2339428" cy="871028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45308899-50E1-8E35-9653-CE57A2A2C160}"/>
                </a:ext>
              </a:extLst>
            </p:cNvPr>
            <p:cNvGrpSpPr/>
            <p:nvPr/>
          </p:nvGrpSpPr>
          <p:grpSpPr>
            <a:xfrm>
              <a:off x="1028701" y="5591556"/>
              <a:ext cx="2331719" cy="443484"/>
              <a:chOff x="731521" y="5317236"/>
              <a:chExt cx="2331719" cy="443484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18140292-2366-AB13-4072-4D996D8A49B2}"/>
                  </a:ext>
                </a:extLst>
              </p:cNvPr>
              <p:cNvSpPr/>
              <p:nvPr/>
            </p:nvSpPr>
            <p:spPr>
              <a:xfrm>
                <a:off x="731521" y="5317236"/>
                <a:ext cx="2331719" cy="39319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6" name="Image 8" descr="preencoded.png">
                <a:extLst>
                  <a:ext uri="{FF2B5EF4-FFF2-40B4-BE49-F238E27FC236}">
                    <a16:creationId xmlns:a16="http://schemas.microsoft.com/office/drawing/2014/main" id="{947F4C43-0A1A-EC14-FDB6-A25873BDC6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914400" y="5389409"/>
                <a:ext cx="292608" cy="292608"/>
              </a:xfrm>
              <a:prstGeom prst="rect">
                <a:avLst/>
              </a:prstGeom>
            </p:spPr>
          </p:pic>
          <p:sp>
            <p:nvSpPr>
              <p:cNvPr id="57" name="Text 44">
                <a:extLst>
                  <a:ext uri="{FF2B5EF4-FFF2-40B4-BE49-F238E27FC236}">
                    <a16:creationId xmlns:a16="http://schemas.microsoft.com/office/drawing/2014/main" id="{E83408AC-AF1A-8F18-1895-996DE5F57E58}"/>
                  </a:ext>
                </a:extLst>
              </p:cNvPr>
              <p:cNvSpPr/>
              <p:nvPr/>
            </p:nvSpPr>
            <p:spPr>
              <a:xfrm>
                <a:off x="1289304" y="5349240"/>
                <a:ext cx="169164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Social Apps</a:t>
                </a:r>
                <a:endParaRPr lang="en-US" sz="1600" dirty="0"/>
              </a:p>
            </p:txBody>
          </p:sp>
        </p:grpSp>
        <p:sp>
          <p:nvSpPr>
            <p:cNvPr id="58" name="Text 45">
              <a:extLst>
                <a:ext uri="{FF2B5EF4-FFF2-40B4-BE49-F238E27FC236}">
                  <a16:creationId xmlns:a16="http://schemas.microsoft.com/office/drawing/2014/main" id="{FF097D32-7F6F-B6AF-1CFB-D15037F059C4}"/>
                </a:ext>
              </a:extLst>
            </p:cNvPr>
            <p:cNvSpPr/>
            <p:nvPr/>
          </p:nvSpPr>
          <p:spPr>
            <a:xfrm>
              <a:off x="1078179" y="6041171"/>
              <a:ext cx="2240280" cy="37664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e.g., LinkedIn, YouTube</a:t>
              </a:r>
              <a:endParaRPr lang="en-US" sz="14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5EAA1AC-B164-E2DC-A08D-BFB8BF675BCB}"/>
                </a:ext>
              </a:extLst>
            </p:cNvPr>
            <p:cNvSpPr/>
            <p:nvPr/>
          </p:nvSpPr>
          <p:spPr>
            <a:xfrm>
              <a:off x="1028701" y="5591556"/>
              <a:ext cx="2339428" cy="871028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C18CD8E-57F9-BACD-B596-E9800163708C}"/>
              </a:ext>
            </a:extLst>
          </p:cNvPr>
          <p:cNvGrpSpPr/>
          <p:nvPr/>
        </p:nvGrpSpPr>
        <p:grpSpPr>
          <a:xfrm>
            <a:off x="4362924" y="5801460"/>
            <a:ext cx="2619880" cy="871028"/>
            <a:chOff x="4362924" y="5801460"/>
            <a:chExt cx="2619880" cy="871028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15F5C31-51BD-F36E-2213-D540883D9D8B}"/>
                </a:ext>
              </a:extLst>
            </p:cNvPr>
            <p:cNvSpPr/>
            <p:nvPr/>
          </p:nvSpPr>
          <p:spPr>
            <a:xfrm>
              <a:off x="4398263" y="5802534"/>
              <a:ext cx="2566324" cy="48846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1" name="Image 9" descr="preencoded.png">
              <a:extLst>
                <a:ext uri="{FF2B5EF4-FFF2-40B4-BE49-F238E27FC236}">
                  <a16:creationId xmlns:a16="http://schemas.microsoft.com/office/drawing/2014/main" id="{ECDF87AE-85D0-225E-1120-70390E7E7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454364" y="5837218"/>
              <a:ext cx="292608" cy="292608"/>
            </a:xfrm>
            <a:prstGeom prst="rect">
              <a:avLst/>
            </a:prstGeom>
          </p:spPr>
        </p:pic>
        <p:sp>
          <p:nvSpPr>
            <p:cNvPr id="62" name="Text 48">
              <a:extLst>
                <a:ext uri="{FF2B5EF4-FFF2-40B4-BE49-F238E27FC236}">
                  <a16:creationId xmlns:a16="http://schemas.microsoft.com/office/drawing/2014/main" id="{48A0B354-F679-31FD-3CC9-963D2D8F72E9}"/>
                </a:ext>
              </a:extLst>
            </p:cNvPr>
            <p:cNvSpPr/>
            <p:nvPr/>
          </p:nvSpPr>
          <p:spPr>
            <a:xfrm>
              <a:off x="4705824" y="5859831"/>
              <a:ext cx="2200564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Workplace Productivity</a:t>
              </a:r>
              <a:endParaRPr lang="en-US" sz="1600" dirty="0"/>
            </a:p>
          </p:txBody>
        </p:sp>
        <p:sp>
          <p:nvSpPr>
            <p:cNvPr id="63" name="Text 49">
              <a:extLst>
                <a:ext uri="{FF2B5EF4-FFF2-40B4-BE49-F238E27FC236}">
                  <a16:creationId xmlns:a16="http://schemas.microsoft.com/office/drawing/2014/main" id="{D142452C-8661-ECB9-E407-EDDB6343AF74}"/>
                </a:ext>
              </a:extLst>
            </p:cNvPr>
            <p:cNvSpPr/>
            <p:nvPr/>
          </p:nvSpPr>
          <p:spPr>
            <a:xfrm>
              <a:off x="4362924" y="6285466"/>
              <a:ext cx="2619880" cy="3356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e.g., Calendar, Gmail, GitHub</a:t>
              </a:r>
              <a:endParaRPr lang="en-US" sz="1400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91E1D5D-E6CE-5CDB-6D73-71E1321F379E}"/>
                </a:ext>
              </a:extLst>
            </p:cNvPr>
            <p:cNvSpPr/>
            <p:nvPr/>
          </p:nvSpPr>
          <p:spPr>
            <a:xfrm>
              <a:off x="4401348" y="5801460"/>
              <a:ext cx="2563239" cy="871028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4CAF56A-DFBB-CB6A-A7F9-DC3A6C24A26F}"/>
              </a:ext>
            </a:extLst>
          </p:cNvPr>
          <p:cNvGrpSpPr/>
          <p:nvPr/>
        </p:nvGrpSpPr>
        <p:grpSpPr>
          <a:xfrm>
            <a:off x="7648648" y="5794603"/>
            <a:ext cx="2661018" cy="905945"/>
            <a:chOff x="8086387" y="5766543"/>
            <a:chExt cx="2661018" cy="905945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0016030-70CA-16B1-8863-E933C7AE963C}"/>
                </a:ext>
              </a:extLst>
            </p:cNvPr>
            <p:cNvSpPr/>
            <p:nvPr/>
          </p:nvSpPr>
          <p:spPr>
            <a:xfrm>
              <a:off x="8086387" y="5776946"/>
              <a:ext cx="2492785" cy="48846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6" name="Image 10" descr="preencoded.png">
              <a:extLst>
                <a:ext uri="{FF2B5EF4-FFF2-40B4-BE49-F238E27FC236}">
                  <a16:creationId xmlns:a16="http://schemas.microsoft.com/office/drawing/2014/main" id="{32280EFA-91B6-9E55-DC65-3EE8BF35A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211474" y="5879446"/>
              <a:ext cx="292608" cy="292608"/>
            </a:xfrm>
            <a:prstGeom prst="rect">
              <a:avLst/>
            </a:prstGeom>
          </p:spPr>
        </p:pic>
        <p:sp>
          <p:nvSpPr>
            <p:cNvPr id="67" name="Text 52">
              <a:extLst>
                <a:ext uri="{FF2B5EF4-FFF2-40B4-BE49-F238E27FC236}">
                  <a16:creationId xmlns:a16="http://schemas.microsoft.com/office/drawing/2014/main" id="{94E74CC6-8F07-6C9C-F8A4-9ECECC8599AC}"/>
                </a:ext>
              </a:extLst>
            </p:cNvPr>
            <p:cNvSpPr/>
            <p:nvPr/>
          </p:nvSpPr>
          <p:spPr>
            <a:xfrm>
              <a:off x="8468937" y="5815438"/>
              <a:ext cx="2278468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Enterprise Applications</a:t>
              </a:r>
              <a:endParaRPr lang="en-US" sz="1600" dirty="0"/>
            </a:p>
          </p:txBody>
        </p:sp>
        <p:sp>
          <p:nvSpPr>
            <p:cNvPr id="68" name="Text 53">
              <a:extLst>
                <a:ext uri="{FF2B5EF4-FFF2-40B4-BE49-F238E27FC236}">
                  <a16:creationId xmlns:a16="http://schemas.microsoft.com/office/drawing/2014/main" id="{CB12FFAF-6B59-F00D-1BD5-936562D0DA6A}"/>
                </a:ext>
              </a:extLst>
            </p:cNvPr>
            <p:cNvSpPr/>
            <p:nvPr/>
          </p:nvSpPr>
          <p:spPr>
            <a:xfrm>
              <a:off x="8334344" y="6294417"/>
              <a:ext cx="2339428" cy="3356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e.g., SAP, ServiceNow</a:t>
              </a:r>
              <a:endParaRPr lang="en-US" sz="14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AD6A6F0-2111-101F-9213-A6806B45A517}"/>
                </a:ext>
              </a:extLst>
            </p:cNvPr>
            <p:cNvSpPr/>
            <p:nvPr/>
          </p:nvSpPr>
          <p:spPr>
            <a:xfrm>
              <a:off x="8086387" y="5766543"/>
              <a:ext cx="2492785" cy="905945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5" name="Shape 20">
            <a:extLst>
              <a:ext uri="{FF2B5EF4-FFF2-40B4-BE49-F238E27FC236}">
                <a16:creationId xmlns:a16="http://schemas.microsoft.com/office/drawing/2014/main" id="{7B26C00A-BCFE-EA18-C621-E416438B057B}"/>
              </a:ext>
            </a:extLst>
          </p:cNvPr>
          <p:cNvSpPr/>
          <p:nvPr/>
        </p:nvSpPr>
        <p:spPr>
          <a:xfrm rot="18525678">
            <a:off x="7276281" y="5532135"/>
            <a:ext cx="314868" cy="343237"/>
          </a:xfrm>
          <a:prstGeom prst="downArrow">
            <a:avLst/>
          </a:prstGeom>
          <a:solidFill>
            <a:srgbClr val="CFE0F2"/>
          </a:solidFill>
          <a:ln w="12700">
            <a:solidFill>
              <a:srgbClr val="CFE0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Shape 20">
            <a:extLst>
              <a:ext uri="{FF2B5EF4-FFF2-40B4-BE49-F238E27FC236}">
                <a16:creationId xmlns:a16="http://schemas.microsoft.com/office/drawing/2014/main" id="{9F7EE6A9-4FE9-1DDF-D85D-3B94C59F2809}"/>
              </a:ext>
            </a:extLst>
          </p:cNvPr>
          <p:cNvSpPr/>
          <p:nvPr/>
        </p:nvSpPr>
        <p:spPr>
          <a:xfrm>
            <a:off x="5434486" y="5524066"/>
            <a:ext cx="314868" cy="239605"/>
          </a:xfrm>
          <a:prstGeom prst="downArrow">
            <a:avLst/>
          </a:prstGeom>
          <a:solidFill>
            <a:srgbClr val="CFE0F2"/>
          </a:solidFill>
          <a:ln w="12700">
            <a:solidFill>
              <a:srgbClr val="CFE0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8" name="Shape 20">
            <a:extLst>
              <a:ext uri="{FF2B5EF4-FFF2-40B4-BE49-F238E27FC236}">
                <a16:creationId xmlns:a16="http://schemas.microsoft.com/office/drawing/2014/main" id="{B62204DE-491E-91F5-50A9-0BD09A67E3C8}"/>
              </a:ext>
            </a:extLst>
          </p:cNvPr>
          <p:cNvSpPr/>
          <p:nvPr/>
        </p:nvSpPr>
        <p:spPr>
          <a:xfrm rot="1535061">
            <a:off x="3849486" y="5494773"/>
            <a:ext cx="314868" cy="343237"/>
          </a:xfrm>
          <a:prstGeom prst="downArrow">
            <a:avLst/>
          </a:prstGeom>
          <a:solidFill>
            <a:srgbClr val="CFE0F2"/>
          </a:solidFill>
          <a:ln w="12700">
            <a:solidFill>
              <a:srgbClr val="CFE0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8B3A2D1-6BB7-6340-008E-077771FF9FC6}"/>
              </a:ext>
            </a:extLst>
          </p:cNvPr>
          <p:cNvGrpSpPr/>
          <p:nvPr/>
        </p:nvGrpSpPr>
        <p:grpSpPr>
          <a:xfrm>
            <a:off x="2334873" y="2721186"/>
            <a:ext cx="6761184" cy="2652815"/>
            <a:chOff x="2309664" y="2856502"/>
            <a:chExt cx="6761184" cy="2652815"/>
          </a:xfrm>
        </p:grpSpPr>
        <p:sp>
          <p:nvSpPr>
            <p:cNvPr id="53" name="Shape 21">
              <a:extLst>
                <a:ext uri="{FF2B5EF4-FFF2-40B4-BE49-F238E27FC236}">
                  <a16:creationId xmlns:a16="http://schemas.microsoft.com/office/drawing/2014/main" id="{1F83F9D8-DE44-93F6-1A87-F3CBCA6F13DF}"/>
                </a:ext>
              </a:extLst>
            </p:cNvPr>
            <p:cNvSpPr/>
            <p:nvPr/>
          </p:nvSpPr>
          <p:spPr>
            <a:xfrm>
              <a:off x="2309664" y="2856502"/>
              <a:ext cx="6693406" cy="2652815"/>
            </a:xfrm>
            <a:prstGeom prst="roundRect">
              <a:avLst/>
            </a:prstGeom>
            <a:solidFill>
              <a:schemeClr val="accent1"/>
            </a:solidFill>
            <a:ln w="25400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" name="Shape 22">
              <a:extLst>
                <a:ext uri="{FF2B5EF4-FFF2-40B4-BE49-F238E27FC236}">
                  <a16:creationId xmlns:a16="http://schemas.microsoft.com/office/drawing/2014/main" id="{BF5A85FA-86CC-8A74-8C6F-AC73C4A48C07}"/>
                </a:ext>
              </a:extLst>
            </p:cNvPr>
            <p:cNvSpPr/>
            <p:nvPr/>
          </p:nvSpPr>
          <p:spPr>
            <a:xfrm>
              <a:off x="2697480" y="2926080"/>
              <a:ext cx="5806602" cy="436997"/>
            </a:xfrm>
            <a:prstGeom prst="roundRect">
              <a:avLst/>
            </a:prstGeom>
            <a:solidFill>
              <a:srgbClr val="EAF3FB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23">
              <a:extLst>
                <a:ext uri="{FF2B5EF4-FFF2-40B4-BE49-F238E27FC236}">
                  <a16:creationId xmlns:a16="http://schemas.microsoft.com/office/drawing/2014/main" id="{C43780DB-2F75-28EB-9DE4-4845D9022A59}"/>
                </a:ext>
              </a:extLst>
            </p:cNvPr>
            <p:cNvSpPr/>
            <p:nvPr/>
          </p:nvSpPr>
          <p:spPr>
            <a:xfrm>
              <a:off x="2834640" y="2999232"/>
              <a:ext cx="5634297" cy="2650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Coworker Platform</a:t>
              </a:r>
              <a:endParaRPr lang="en-US" sz="1800" dirty="0"/>
            </a:p>
          </p:txBody>
        </p:sp>
        <p:sp>
          <p:nvSpPr>
            <p:cNvPr id="59" name="Shape 24">
              <a:extLst>
                <a:ext uri="{FF2B5EF4-FFF2-40B4-BE49-F238E27FC236}">
                  <a16:creationId xmlns:a16="http://schemas.microsoft.com/office/drawing/2014/main" id="{2EA7D525-0F07-648D-3B6B-EBFBE446261E}"/>
                </a:ext>
              </a:extLst>
            </p:cNvPr>
            <p:cNvSpPr/>
            <p:nvPr/>
          </p:nvSpPr>
          <p:spPr>
            <a:xfrm>
              <a:off x="2697480" y="3456432"/>
              <a:ext cx="5806602" cy="228408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60" name="Image 1" descr="preencoded.png">
              <a:extLst>
                <a:ext uri="{FF2B5EF4-FFF2-40B4-BE49-F238E27FC236}">
                  <a16:creationId xmlns:a16="http://schemas.microsoft.com/office/drawing/2014/main" id="{B046547B-65B7-A2F0-1683-C11A32DA5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89120" y="3483864"/>
              <a:ext cx="182880" cy="182880"/>
            </a:xfrm>
            <a:prstGeom prst="rect">
              <a:avLst/>
            </a:prstGeom>
          </p:spPr>
        </p:pic>
        <p:sp>
          <p:nvSpPr>
            <p:cNvPr id="64" name="Text 25">
              <a:extLst>
                <a:ext uri="{FF2B5EF4-FFF2-40B4-BE49-F238E27FC236}">
                  <a16:creationId xmlns:a16="http://schemas.microsoft.com/office/drawing/2014/main" id="{61954934-506B-129A-DB74-0E529750AD88}"/>
                </a:ext>
              </a:extLst>
            </p:cNvPr>
            <p:cNvSpPr/>
            <p:nvPr/>
          </p:nvSpPr>
          <p:spPr>
            <a:xfrm>
              <a:off x="4681728" y="3465576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Factory</a:t>
              </a:r>
              <a:endParaRPr lang="en-US" sz="1600" dirty="0"/>
            </a:p>
          </p:txBody>
        </p:sp>
        <p:sp>
          <p:nvSpPr>
            <p:cNvPr id="65" name="Shape 26">
              <a:extLst>
                <a:ext uri="{FF2B5EF4-FFF2-40B4-BE49-F238E27FC236}">
                  <a16:creationId xmlns:a16="http://schemas.microsoft.com/office/drawing/2014/main" id="{1FC876BC-6572-2F65-4DFF-4C7D61CE5AE3}"/>
                </a:ext>
              </a:extLst>
            </p:cNvPr>
            <p:cNvSpPr/>
            <p:nvPr/>
          </p:nvSpPr>
          <p:spPr>
            <a:xfrm>
              <a:off x="2697480" y="3739896"/>
              <a:ext cx="5806602" cy="236945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69" name="Image 2" descr="preencoded.png">
              <a:extLst>
                <a:ext uri="{FF2B5EF4-FFF2-40B4-BE49-F238E27FC236}">
                  <a16:creationId xmlns:a16="http://schemas.microsoft.com/office/drawing/2014/main" id="{6A9DF9FB-2014-8F49-E79B-2E8AD2E29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89120" y="3767328"/>
              <a:ext cx="182880" cy="182880"/>
            </a:xfrm>
            <a:prstGeom prst="rect">
              <a:avLst/>
            </a:prstGeom>
          </p:spPr>
        </p:pic>
        <p:sp>
          <p:nvSpPr>
            <p:cNvPr id="70" name="Text 27">
              <a:extLst>
                <a:ext uri="{FF2B5EF4-FFF2-40B4-BE49-F238E27FC236}">
                  <a16:creationId xmlns:a16="http://schemas.microsoft.com/office/drawing/2014/main" id="{B19DD1AC-5F49-B6A3-2BD2-A49196A4D148}"/>
                </a:ext>
              </a:extLst>
            </p:cNvPr>
            <p:cNvSpPr/>
            <p:nvPr/>
          </p:nvSpPr>
          <p:spPr>
            <a:xfrm>
              <a:off x="4681728" y="3749040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MCP Gateway</a:t>
              </a:r>
              <a:endParaRPr lang="en-US" sz="1600" dirty="0"/>
            </a:p>
          </p:txBody>
        </p:sp>
        <p:sp>
          <p:nvSpPr>
            <p:cNvPr id="71" name="Shape 28">
              <a:extLst>
                <a:ext uri="{FF2B5EF4-FFF2-40B4-BE49-F238E27FC236}">
                  <a16:creationId xmlns:a16="http://schemas.microsoft.com/office/drawing/2014/main" id="{8A3C124C-2004-71CA-BBEE-AA87DE4EA1CA}"/>
                </a:ext>
              </a:extLst>
            </p:cNvPr>
            <p:cNvSpPr/>
            <p:nvPr/>
          </p:nvSpPr>
          <p:spPr>
            <a:xfrm>
              <a:off x="2697480" y="4023359"/>
              <a:ext cx="5806602" cy="228409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3" name="Image 3" descr="preencoded.png">
              <a:extLst>
                <a:ext uri="{FF2B5EF4-FFF2-40B4-BE49-F238E27FC236}">
                  <a16:creationId xmlns:a16="http://schemas.microsoft.com/office/drawing/2014/main" id="{B41B04D7-B03E-50ED-9E1C-7A4F3AEE7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89120" y="4050792"/>
              <a:ext cx="182880" cy="182880"/>
            </a:xfrm>
            <a:prstGeom prst="rect">
              <a:avLst/>
            </a:prstGeom>
          </p:spPr>
        </p:pic>
        <p:sp>
          <p:nvSpPr>
            <p:cNvPr id="74" name="Text 29">
              <a:extLst>
                <a:ext uri="{FF2B5EF4-FFF2-40B4-BE49-F238E27FC236}">
                  <a16:creationId xmlns:a16="http://schemas.microsoft.com/office/drawing/2014/main" id="{3482C499-0C81-3AC2-4428-88ABD5EC04E3}"/>
                </a:ext>
              </a:extLst>
            </p:cNvPr>
            <p:cNvSpPr/>
            <p:nvPr/>
          </p:nvSpPr>
          <p:spPr>
            <a:xfrm>
              <a:off x="4681728" y="4032504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Identity</a:t>
              </a:r>
              <a:endParaRPr lang="en-US" sz="1600" dirty="0"/>
            </a:p>
          </p:txBody>
        </p:sp>
        <p:sp>
          <p:nvSpPr>
            <p:cNvPr id="76" name="Shape 30">
              <a:extLst>
                <a:ext uri="{FF2B5EF4-FFF2-40B4-BE49-F238E27FC236}">
                  <a16:creationId xmlns:a16="http://schemas.microsoft.com/office/drawing/2014/main" id="{CBB34929-D3BD-9C90-BF72-2BCABDFDF06E}"/>
                </a:ext>
              </a:extLst>
            </p:cNvPr>
            <p:cNvSpPr/>
            <p:nvPr/>
          </p:nvSpPr>
          <p:spPr>
            <a:xfrm>
              <a:off x="2697480" y="4306824"/>
              <a:ext cx="5806602" cy="175743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7" name="Image 4" descr="preencoded.png">
              <a:extLst>
                <a:ext uri="{FF2B5EF4-FFF2-40B4-BE49-F238E27FC236}">
                  <a16:creationId xmlns:a16="http://schemas.microsoft.com/office/drawing/2014/main" id="{1C8653C7-818D-97E0-4518-BA041CE0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389120" y="4334256"/>
              <a:ext cx="182880" cy="182880"/>
            </a:xfrm>
            <a:prstGeom prst="rect">
              <a:avLst/>
            </a:prstGeom>
          </p:spPr>
        </p:pic>
        <p:sp>
          <p:nvSpPr>
            <p:cNvPr id="79" name="Text 31">
              <a:extLst>
                <a:ext uri="{FF2B5EF4-FFF2-40B4-BE49-F238E27FC236}">
                  <a16:creationId xmlns:a16="http://schemas.microsoft.com/office/drawing/2014/main" id="{5F9B5BEF-E76F-08A4-1AC8-E633CCAC17EA}"/>
                </a:ext>
              </a:extLst>
            </p:cNvPr>
            <p:cNvSpPr/>
            <p:nvPr/>
          </p:nvSpPr>
          <p:spPr>
            <a:xfrm>
              <a:off x="4681728" y="4315968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Governance</a:t>
              </a:r>
              <a:endParaRPr lang="en-US" sz="1600" dirty="0"/>
            </a:p>
          </p:txBody>
        </p:sp>
        <p:sp>
          <p:nvSpPr>
            <p:cNvPr id="81" name="Shape 32">
              <a:extLst>
                <a:ext uri="{FF2B5EF4-FFF2-40B4-BE49-F238E27FC236}">
                  <a16:creationId xmlns:a16="http://schemas.microsoft.com/office/drawing/2014/main" id="{5DB0D1B4-BF44-3A95-E301-016B93FE976A}"/>
                </a:ext>
              </a:extLst>
            </p:cNvPr>
            <p:cNvSpPr/>
            <p:nvPr/>
          </p:nvSpPr>
          <p:spPr>
            <a:xfrm>
              <a:off x="2697480" y="4529085"/>
              <a:ext cx="5806602" cy="281888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2" name="Image 5" descr="preencoded.png">
              <a:extLst>
                <a:ext uri="{FF2B5EF4-FFF2-40B4-BE49-F238E27FC236}">
                  <a16:creationId xmlns:a16="http://schemas.microsoft.com/office/drawing/2014/main" id="{249FD011-ED5A-8846-FE0A-06371BA62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389120" y="4617720"/>
              <a:ext cx="182880" cy="182880"/>
            </a:xfrm>
            <a:prstGeom prst="rect">
              <a:avLst/>
            </a:prstGeom>
          </p:spPr>
        </p:pic>
        <p:sp>
          <p:nvSpPr>
            <p:cNvPr id="83" name="Text 33">
              <a:extLst>
                <a:ext uri="{FF2B5EF4-FFF2-40B4-BE49-F238E27FC236}">
                  <a16:creationId xmlns:a16="http://schemas.microsoft.com/office/drawing/2014/main" id="{FAFBE480-8BD6-9196-D765-C4BF8712DEDA}"/>
                </a:ext>
              </a:extLst>
            </p:cNvPr>
            <p:cNvSpPr/>
            <p:nvPr/>
          </p:nvSpPr>
          <p:spPr>
            <a:xfrm>
              <a:off x="4681728" y="4599432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Skill Acquisition</a:t>
              </a:r>
              <a:endParaRPr lang="en-US" sz="1600" dirty="0"/>
            </a:p>
          </p:txBody>
        </p:sp>
        <p:sp>
          <p:nvSpPr>
            <p:cNvPr id="84" name="Shape 34">
              <a:extLst>
                <a:ext uri="{FF2B5EF4-FFF2-40B4-BE49-F238E27FC236}">
                  <a16:creationId xmlns:a16="http://schemas.microsoft.com/office/drawing/2014/main" id="{DDCFE02E-EDC2-880A-21FE-2D12ECF98C1E}"/>
                </a:ext>
              </a:extLst>
            </p:cNvPr>
            <p:cNvSpPr/>
            <p:nvPr/>
          </p:nvSpPr>
          <p:spPr>
            <a:xfrm>
              <a:off x="2697480" y="4873752"/>
              <a:ext cx="5806602" cy="215965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5" name="Image 6" descr="preencoded.png">
              <a:extLst>
                <a:ext uri="{FF2B5EF4-FFF2-40B4-BE49-F238E27FC236}">
                  <a16:creationId xmlns:a16="http://schemas.microsoft.com/office/drawing/2014/main" id="{56D08172-AE30-5AA1-D737-276265FB7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389120" y="4901184"/>
              <a:ext cx="182880" cy="182880"/>
            </a:xfrm>
            <a:prstGeom prst="rect">
              <a:avLst/>
            </a:prstGeom>
          </p:spPr>
        </p:pic>
        <p:sp>
          <p:nvSpPr>
            <p:cNvPr id="86" name="Text 35">
              <a:extLst>
                <a:ext uri="{FF2B5EF4-FFF2-40B4-BE49-F238E27FC236}">
                  <a16:creationId xmlns:a16="http://schemas.microsoft.com/office/drawing/2014/main" id="{726E9384-F68B-ACCC-8508-F4BB2DE7D3FE}"/>
                </a:ext>
              </a:extLst>
            </p:cNvPr>
            <p:cNvSpPr/>
            <p:nvPr/>
          </p:nvSpPr>
          <p:spPr>
            <a:xfrm>
              <a:off x="4681728" y="4882896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Tool Annotator</a:t>
              </a:r>
              <a:endParaRPr lang="en-US" sz="1600" dirty="0"/>
            </a:p>
          </p:txBody>
        </p:sp>
        <p:sp>
          <p:nvSpPr>
            <p:cNvPr id="90" name="Shape 36">
              <a:extLst>
                <a:ext uri="{FF2B5EF4-FFF2-40B4-BE49-F238E27FC236}">
                  <a16:creationId xmlns:a16="http://schemas.microsoft.com/office/drawing/2014/main" id="{A7CE4655-F5F3-1FE4-9DDD-195483EA342A}"/>
                </a:ext>
              </a:extLst>
            </p:cNvPr>
            <p:cNvSpPr/>
            <p:nvPr/>
          </p:nvSpPr>
          <p:spPr>
            <a:xfrm>
              <a:off x="2697480" y="5157216"/>
              <a:ext cx="5806602" cy="215965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1" name="Image 7" descr="preencoded.png">
              <a:extLst>
                <a:ext uri="{FF2B5EF4-FFF2-40B4-BE49-F238E27FC236}">
                  <a16:creationId xmlns:a16="http://schemas.microsoft.com/office/drawing/2014/main" id="{6E8A1029-5326-9EEC-DFFD-2EF2BA765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362924" y="5199668"/>
              <a:ext cx="182880" cy="182880"/>
            </a:xfrm>
            <a:prstGeom prst="rect">
              <a:avLst/>
            </a:prstGeom>
          </p:spPr>
        </p:pic>
        <p:sp>
          <p:nvSpPr>
            <p:cNvPr id="92" name="Text 37">
              <a:extLst>
                <a:ext uri="{FF2B5EF4-FFF2-40B4-BE49-F238E27FC236}">
                  <a16:creationId xmlns:a16="http://schemas.microsoft.com/office/drawing/2014/main" id="{A24B22C5-3A66-1A1F-BAFF-767B17402E43}"/>
                </a:ext>
              </a:extLst>
            </p:cNvPr>
            <p:cNvSpPr/>
            <p:nvPr/>
          </p:nvSpPr>
          <p:spPr>
            <a:xfrm>
              <a:off x="4681728" y="5166360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Gateway</a:t>
              </a:r>
              <a:endParaRPr lang="en-US" sz="1600" dirty="0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39DC735-B55D-59C4-A808-251CE69DE0F7}"/>
              </a:ext>
            </a:extLst>
          </p:cNvPr>
          <p:cNvGrpSpPr/>
          <p:nvPr/>
        </p:nvGrpSpPr>
        <p:grpSpPr>
          <a:xfrm>
            <a:off x="2639254" y="2920453"/>
            <a:ext cx="6693408" cy="2652815"/>
            <a:chOff x="2377440" y="2842460"/>
            <a:chExt cx="6693408" cy="2652815"/>
          </a:xfrm>
        </p:grpSpPr>
        <p:sp>
          <p:nvSpPr>
            <p:cNvPr id="94" name="Shape 21">
              <a:extLst>
                <a:ext uri="{FF2B5EF4-FFF2-40B4-BE49-F238E27FC236}">
                  <a16:creationId xmlns:a16="http://schemas.microsoft.com/office/drawing/2014/main" id="{B52E34AF-561C-66AF-E654-E4BCA3DE3432}"/>
                </a:ext>
              </a:extLst>
            </p:cNvPr>
            <p:cNvSpPr/>
            <p:nvPr/>
          </p:nvSpPr>
          <p:spPr>
            <a:xfrm>
              <a:off x="2377440" y="2842460"/>
              <a:ext cx="6693406" cy="2652815"/>
            </a:xfrm>
            <a:prstGeom prst="roundRect">
              <a:avLst/>
            </a:prstGeom>
            <a:solidFill>
              <a:schemeClr val="accent1"/>
            </a:solidFill>
            <a:ln w="25400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Shape 22">
              <a:extLst>
                <a:ext uri="{FF2B5EF4-FFF2-40B4-BE49-F238E27FC236}">
                  <a16:creationId xmlns:a16="http://schemas.microsoft.com/office/drawing/2014/main" id="{D2802498-6AC5-3801-48C6-B073E1BAC843}"/>
                </a:ext>
              </a:extLst>
            </p:cNvPr>
            <p:cNvSpPr/>
            <p:nvPr/>
          </p:nvSpPr>
          <p:spPr>
            <a:xfrm>
              <a:off x="2697480" y="2926080"/>
              <a:ext cx="5806602" cy="436997"/>
            </a:xfrm>
            <a:prstGeom prst="roundRect">
              <a:avLst/>
            </a:prstGeom>
            <a:solidFill>
              <a:srgbClr val="EAF3FB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 23">
              <a:extLst>
                <a:ext uri="{FF2B5EF4-FFF2-40B4-BE49-F238E27FC236}">
                  <a16:creationId xmlns:a16="http://schemas.microsoft.com/office/drawing/2014/main" id="{49E0ADE2-BB4F-781F-D38A-0B1CC7FFED56}"/>
                </a:ext>
              </a:extLst>
            </p:cNvPr>
            <p:cNvSpPr/>
            <p:nvPr/>
          </p:nvSpPr>
          <p:spPr>
            <a:xfrm>
              <a:off x="2834640" y="2999232"/>
              <a:ext cx="5634297" cy="2650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Coworker Platform</a:t>
              </a:r>
              <a:endParaRPr lang="en-US" sz="1800" dirty="0"/>
            </a:p>
          </p:txBody>
        </p:sp>
        <p:sp>
          <p:nvSpPr>
            <p:cNvPr id="97" name="Shape 24">
              <a:extLst>
                <a:ext uri="{FF2B5EF4-FFF2-40B4-BE49-F238E27FC236}">
                  <a16:creationId xmlns:a16="http://schemas.microsoft.com/office/drawing/2014/main" id="{69C949C5-4412-12CE-64A8-E130E4F949B6}"/>
                </a:ext>
              </a:extLst>
            </p:cNvPr>
            <p:cNvSpPr/>
            <p:nvPr/>
          </p:nvSpPr>
          <p:spPr>
            <a:xfrm>
              <a:off x="2697480" y="3456432"/>
              <a:ext cx="5806602" cy="228408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8" name="Image 1" descr="preencoded.png">
              <a:extLst>
                <a:ext uri="{FF2B5EF4-FFF2-40B4-BE49-F238E27FC236}">
                  <a16:creationId xmlns:a16="http://schemas.microsoft.com/office/drawing/2014/main" id="{F081232F-F69D-EBD7-3644-4EB8A4EA3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89120" y="3483864"/>
              <a:ext cx="182880" cy="182880"/>
            </a:xfrm>
            <a:prstGeom prst="rect">
              <a:avLst/>
            </a:prstGeom>
          </p:spPr>
        </p:pic>
        <p:sp>
          <p:nvSpPr>
            <p:cNvPr id="99" name="Text 25">
              <a:extLst>
                <a:ext uri="{FF2B5EF4-FFF2-40B4-BE49-F238E27FC236}">
                  <a16:creationId xmlns:a16="http://schemas.microsoft.com/office/drawing/2014/main" id="{FB5365A5-5A0E-E2D5-046B-C50DE9C91414}"/>
                </a:ext>
              </a:extLst>
            </p:cNvPr>
            <p:cNvSpPr/>
            <p:nvPr/>
          </p:nvSpPr>
          <p:spPr>
            <a:xfrm>
              <a:off x="4681728" y="3465576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Factory</a:t>
              </a:r>
              <a:endParaRPr lang="en-US" sz="1600" dirty="0"/>
            </a:p>
          </p:txBody>
        </p:sp>
        <p:sp>
          <p:nvSpPr>
            <p:cNvPr id="100" name="Shape 26">
              <a:extLst>
                <a:ext uri="{FF2B5EF4-FFF2-40B4-BE49-F238E27FC236}">
                  <a16:creationId xmlns:a16="http://schemas.microsoft.com/office/drawing/2014/main" id="{4289929C-B231-B808-611C-76F72ABFC14F}"/>
                </a:ext>
              </a:extLst>
            </p:cNvPr>
            <p:cNvSpPr/>
            <p:nvPr/>
          </p:nvSpPr>
          <p:spPr>
            <a:xfrm>
              <a:off x="2697480" y="3739896"/>
              <a:ext cx="5806602" cy="236945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101" name="Image 2" descr="preencoded.png">
              <a:extLst>
                <a:ext uri="{FF2B5EF4-FFF2-40B4-BE49-F238E27FC236}">
                  <a16:creationId xmlns:a16="http://schemas.microsoft.com/office/drawing/2014/main" id="{EF1F3C82-1107-0472-6342-5B5CC5656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89120" y="3767328"/>
              <a:ext cx="182880" cy="182880"/>
            </a:xfrm>
            <a:prstGeom prst="rect">
              <a:avLst/>
            </a:prstGeom>
          </p:spPr>
        </p:pic>
        <p:sp>
          <p:nvSpPr>
            <p:cNvPr id="102" name="Text 27">
              <a:extLst>
                <a:ext uri="{FF2B5EF4-FFF2-40B4-BE49-F238E27FC236}">
                  <a16:creationId xmlns:a16="http://schemas.microsoft.com/office/drawing/2014/main" id="{2EB40E60-AA42-8266-8926-135A5CD3916F}"/>
                </a:ext>
              </a:extLst>
            </p:cNvPr>
            <p:cNvSpPr/>
            <p:nvPr/>
          </p:nvSpPr>
          <p:spPr>
            <a:xfrm>
              <a:off x="4681728" y="3749040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MCP Gateway</a:t>
              </a:r>
              <a:endParaRPr lang="en-US" sz="1600" dirty="0"/>
            </a:p>
          </p:txBody>
        </p:sp>
        <p:sp>
          <p:nvSpPr>
            <p:cNvPr id="103" name="Shape 28">
              <a:extLst>
                <a:ext uri="{FF2B5EF4-FFF2-40B4-BE49-F238E27FC236}">
                  <a16:creationId xmlns:a16="http://schemas.microsoft.com/office/drawing/2014/main" id="{257F082C-2541-6E62-06BF-651BABC248CE}"/>
                </a:ext>
              </a:extLst>
            </p:cNvPr>
            <p:cNvSpPr/>
            <p:nvPr/>
          </p:nvSpPr>
          <p:spPr>
            <a:xfrm>
              <a:off x="2697480" y="4023359"/>
              <a:ext cx="5806602" cy="228409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04" name="Image 3" descr="preencoded.png">
              <a:extLst>
                <a:ext uri="{FF2B5EF4-FFF2-40B4-BE49-F238E27FC236}">
                  <a16:creationId xmlns:a16="http://schemas.microsoft.com/office/drawing/2014/main" id="{E21D0FF1-974D-4658-4D9B-98DC4EB74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89120" y="4050792"/>
              <a:ext cx="182880" cy="182880"/>
            </a:xfrm>
            <a:prstGeom prst="rect">
              <a:avLst/>
            </a:prstGeom>
          </p:spPr>
        </p:pic>
        <p:sp>
          <p:nvSpPr>
            <p:cNvPr id="105" name="Text 29">
              <a:extLst>
                <a:ext uri="{FF2B5EF4-FFF2-40B4-BE49-F238E27FC236}">
                  <a16:creationId xmlns:a16="http://schemas.microsoft.com/office/drawing/2014/main" id="{E669F99C-1652-E466-F59C-7DFC2BA5F2BE}"/>
                </a:ext>
              </a:extLst>
            </p:cNvPr>
            <p:cNvSpPr/>
            <p:nvPr/>
          </p:nvSpPr>
          <p:spPr>
            <a:xfrm>
              <a:off x="4681728" y="4032504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Identity</a:t>
              </a:r>
              <a:endParaRPr lang="en-US" sz="1600" dirty="0"/>
            </a:p>
          </p:txBody>
        </p:sp>
        <p:sp>
          <p:nvSpPr>
            <p:cNvPr id="107" name="Shape 30">
              <a:extLst>
                <a:ext uri="{FF2B5EF4-FFF2-40B4-BE49-F238E27FC236}">
                  <a16:creationId xmlns:a16="http://schemas.microsoft.com/office/drawing/2014/main" id="{23E83485-4282-0720-9A1C-4D72CF8A87E8}"/>
                </a:ext>
              </a:extLst>
            </p:cNvPr>
            <p:cNvSpPr/>
            <p:nvPr/>
          </p:nvSpPr>
          <p:spPr>
            <a:xfrm>
              <a:off x="2697480" y="4306824"/>
              <a:ext cx="5806602" cy="211440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09" name="Image 4" descr="preencoded.png">
              <a:extLst>
                <a:ext uri="{FF2B5EF4-FFF2-40B4-BE49-F238E27FC236}">
                  <a16:creationId xmlns:a16="http://schemas.microsoft.com/office/drawing/2014/main" id="{1A4C61B4-A8BD-86CA-65A3-3AECC5DF6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389120" y="4334256"/>
              <a:ext cx="182880" cy="182880"/>
            </a:xfrm>
            <a:prstGeom prst="rect">
              <a:avLst/>
            </a:prstGeom>
          </p:spPr>
        </p:pic>
        <p:sp>
          <p:nvSpPr>
            <p:cNvPr id="110" name="Text 31">
              <a:extLst>
                <a:ext uri="{FF2B5EF4-FFF2-40B4-BE49-F238E27FC236}">
                  <a16:creationId xmlns:a16="http://schemas.microsoft.com/office/drawing/2014/main" id="{E3DE9A17-ACAF-26F4-B4B3-8DDF04FD59C7}"/>
                </a:ext>
              </a:extLst>
            </p:cNvPr>
            <p:cNvSpPr/>
            <p:nvPr/>
          </p:nvSpPr>
          <p:spPr>
            <a:xfrm>
              <a:off x="4681728" y="4315968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Governance</a:t>
              </a:r>
              <a:endParaRPr lang="en-US" sz="1600" dirty="0"/>
            </a:p>
          </p:txBody>
        </p:sp>
        <p:sp>
          <p:nvSpPr>
            <p:cNvPr id="111" name="Shape 32">
              <a:extLst>
                <a:ext uri="{FF2B5EF4-FFF2-40B4-BE49-F238E27FC236}">
                  <a16:creationId xmlns:a16="http://schemas.microsoft.com/office/drawing/2014/main" id="{3CC5EBF7-2218-24C9-F893-CFFC658F326E}"/>
                </a:ext>
              </a:extLst>
            </p:cNvPr>
            <p:cNvSpPr/>
            <p:nvPr/>
          </p:nvSpPr>
          <p:spPr>
            <a:xfrm>
              <a:off x="2697480" y="4548083"/>
              <a:ext cx="5806602" cy="262890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14" name="Image 5" descr="preencoded.png">
              <a:extLst>
                <a:ext uri="{FF2B5EF4-FFF2-40B4-BE49-F238E27FC236}">
                  <a16:creationId xmlns:a16="http://schemas.microsoft.com/office/drawing/2014/main" id="{2188A8D6-6DC8-8CC5-0E1D-B9D412841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389120" y="4617720"/>
              <a:ext cx="182880" cy="182880"/>
            </a:xfrm>
            <a:prstGeom prst="rect">
              <a:avLst/>
            </a:prstGeom>
          </p:spPr>
        </p:pic>
        <p:sp>
          <p:nvSpPr>
            <p:cNvPr id="117" name="Text 33">
              <a:extLst>
                <a:ext uri="{FF2B5EF4-FFF2-40B4-BE49-F238E27FC236}">
                  <a16:creationId xmlns:a16="http://schemas.microsoft.com/office/drawing/2014/main" id="{DBAACA58-8633-30F2-CB7A-270E5E3B20F5}"/>
                </a:ext>
              </a:extLst>
            </p:cNvPr>
            <p:cNvSpPr/>
            <p:nvPr/>
          </p:nvSpPr>
          <p:spPr>
            <a:xfrm>
              <a:off x="4681728" y="4599432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Skill Acquisition</a:t>
              </a:r>
              <a:endParaRPr lang="en-US" sz="1600" dirty="0"/>
            </a:p>
          </p:txBody>
        </p:sp>
        <p:sp>
          <p:nvSpPr>
            <p:cNvPr id="119" name="Shape 34">
              <a:extLst>
                <a:ext uri="{FF2B5EF4-FFF2-40B4-BE49-F238E27FC236}">
                  <a16:creationId xmlns:a16="http://schemas.microsoft.com/office/drawing/2014/main" id="{3BF8FAD8-2A0E-0626-85D4-32D719C70ADD}"/>
                </a:ext>
              </a:extLst>
            </p:cNvPr>
            <p:cNvSpPr/>
            <p:nvPr/>
          </p:nvSpPr>
          <p:spPr>
            <a:xfrm>
              <a:off x="2697480" y="4873752"/>
              <a:ext cx="5806602" cy="215965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20" name="Image 6" descr="preencoded.png">
              <a:extLst>
                <a:ext uri="{FF2B5EF4-FFF2-40B4-BE49-F238E27FC236}">
                  <a16:creationId xmlns:a16="http://schemas.microsoft.com/office/drawing/2014/main" id="{1710E197-85C4-A6CE-E001-7B6BD9B01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389120" y="4901184"/>
              <a:ext cx="182880" cy="182880"/>
            </a:xfrm>
            <a:prstGeom prst="rect">
              <a:avLst/>
            </a:prstGeom>
          </p:spPr>
        </p:pic>
        <p:sp>
          <p:nvSpPr>
            <p:cNvPr id="121" name="Text 35">
              <a:extLst>
                <a:ext uri="{FF2B5EF4-FFF2-40B4-BE49-F238E27FC236}">
                  <a16:creationId xmlns:a16="http://schemas.microsoft.com/office/drawing/2014/main" id="{047EF351-6787-00BD-2FE2-7A5FAF40A0CA}"/>
                </a:ext>
              </a:extLst>
            </p:cNvPr>
            <p:cNvSpPr/>
            <p:nvPr/>
          </p:nvSpPr>
          <p:spPr>
            <a:xfrm>
              <a:off x="4681728" y="4882896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Tool Annotator</a:t>
              </a:r>
              <a:endParaRPr lang="en-US" sz="1600" dirty="0"/>
            </a:p>
          </p:txBody>
        </p:sp>
        <p:sp>
          <p:nvSpPr>
            <p:cNvPr id="122" name="Shape 36">
              <a:extLst>
                <a:ext uri="{FF2B5EF4-FFF2-40B4-BE49-F238E27FC236}">
                  <a16:creationId xmlns:a16="http://schemas.microsoft.com/office/drawing/2014/main" id="{94310EE3-06EF-B635-AAD5-094190208DD7}"/>
                </a:ext>
              </a:extLst>
            </p:cNvPr>
            <p:cNvSpPr/>
            <p:nvPr/>
          </p:nvSpPr>
          <p:spPr>
            <a:xfrm>
              <a:off x="2697480" y="5157216"/>
              <a:ext cx="5806602" cy="215965"/>
            </a:xfrm>
            <a:prstGeom prst="roundRect">
              <a:avLst/>
            </a:prstGeom>
            <a:solidFill>
              <a:srgbClr val="F6FAFE"/>
            </a:solidFill>
            <a:ln w="12700">
              <a:solidFill>
                <a:srgbClr val="CFE0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23" name="Image 7" descr="preencoded.png">
              <a:extLst>
                <a:ext uri="{FF2B5EF4-FFF2-40B4-BE49-F238E27FC236}">
                  <a16:creationId xmlns:a16="http://schemas.microsoft.com/office/drawing/2014/main" id="{44596E31-0A29-26C3-6AAD-BE0C26929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362924" y="5199668"/>
              <a:ext cx="182880" cy="182880"/>
            </a:xfrm>
            <a:prstGeom prst="rect">
              <a:avLst/>
            </a:prstGeom>
          </p:spPr>
        </p:pic>
        <p:sp>
          <p:nvSpPr>
            <p:cNvPr id="124" name="Text 37">
              <a:extLst>
                <a:ext uri="{FF2B5EF4-FFF2-40B4-BE49-F238E27FC236}">
                  <a16:creationId xmlns:a16="http://schemas.microsoft.com/office/drawing/2014/main" id="{2ABA5CE6-6163-6DA9-B8A1-0709CA2C0B37}"/>
                </a:ext>
              </a:extLst>
            </p:cNvPr>
            <p:cNvSpPr/>
            <p:nvPr/>
          </p:nvSpPr>
          <p:spPr>
            <a:xfrm>
              <a:off x="4681728" y="5166360"/>
              <a:ext cx="4389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2D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Gateway</a:t>
              </a:r>
              <a:endParaRPr lang="en-US" sz="1600" dirty="0"/>
            </a:p>
          </p:txBody>
        </p:sp>
      </p:grpSp>
      <p:sp>
        <p:nvSpPr>
          <p:cNvPr id="133" name="Right Arrow 132">
            <a:extLst>
              <a:ext uri="{FF2B5EF4-FFF2-40B4-BE49-F238E27FC236}">
                <a16:creationId xmlns:a16="http://schemas.microsoft.com/office/drawing/2014/main" id="{19056836-77A3-138F-D734-E48D2343D756}"/>
              </a:ext>
            </a:extLst>
          </p:cNvPr>
          <p:cNvSpPr/>
          <p:nvPr/>
        </p:nvSpPr>
        <p:spPr>
          <a:xfrm rot="2485986">
            <a:off x="1684079" y="5165032"/>
            <a:ext cx="830564" cy="143805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77DD9AE-D7B9-6A94-B13E-651425314509}"/>
              </a:ext>
            </a:extLst>
          </p:cNvPr>
          <p:cNvSpPr txBox="1"/>
          <p:nvPr/>
        </p:nvSpPr>
        <p:spPr>
          <a:xfrm rot="2567438">
            <a:off x="1180985" y="5168046"/>
            <a:ext cx="138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Multi-tenants</a:t>
            </a:r>
          </a:p>
        </p:txBody>
      </p:sp>
    </p:spTree>
    <p:extLst>
      <p:ext uri="{BB962C8B-B14F-4D97-AF65-F5344CB8AC3E}">
        <p14:creationId xmlns:p14="http://schemas.microsoft.com/office/powerpoint/2010/main" val="3785181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108</Words>
  <Application>Microsoft Macintosh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Jingnan</dc:creator>
  <cp:lastModifiedBy>Zhou, Jingnan</cp:lastModifiedBy>
  <cp:revision>6</cp:revision>
  <dcterms:created xsi:type="dcterms:W3CDTF">2026-02-05T22:26:30Z</dcterms:created>
  <dcterms:modified xsi:type="dcterms:W3CDTF">2026-02-06T18:43:40Z</dcterms:modified>
</cp:coreProperties>
</file>